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CÁTEDRA DE MÉTODOS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Lagrange (5.4)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Trazadora cúbica (5.5)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Pensada para muchos puntos: en un tramo corto fuerza curvatura nula en los bordes.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261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Regresión (5.2)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594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Se eligió la interpolación de Newton (apartado 5.3)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Raíces: Bisección (intervalo, confiable) vs. Newton-Raphson (abierto, rápido).</a:t>
            </a:r>
            <a:br>
              <a:rPr b="0" sz="1600" i="0" u="none">
                <a:solidFill>
                  <a:srgbClr val="475569"/>
                </a:solidFill>
                <a:latin typeface="Plus Jakarta Sans"/>
              </a:rPr>
            </a:br>
            <a:r>
              <a:rPr b="0" sz="160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cambio de signo. Confiable, pero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Valor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Intervalo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rápida,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Lenta vs. Rápida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b="1" sz="2100" i="0" u="none">
                <a:solidFill>
                  <a:srgbClr val="6B21A8"/>
                </a:solidFill>
                <a:latin typeface="Plus Jakarta Sans"/>
              </a:rPr>
            </a:br>
            <a:r>
              <a:rPr b="1" sz="2100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b="1" sz="2300" i="0" u="none">
                <a:solidFill>
                  <a:srgbClr val="991B1B"/>
                </a:solidFill>
                <a:latin typeface="Plus Jakarta Sans"/>
              </a:rPr>
            </a:br>
            <a:r>
              <a:rPr b="1" sz="2300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700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b="1" sz="1700" i="0" u="none">
                <a:solidFill>
                  <a:srgbClr val="8B5CF6"/>
                </a:solidFill>
                <a:latin typeface="Plus Jakarta Sans"/>
              </a:rPr>
            </a:br>
            <a:r>
              <a:rPr b="1" sz="1700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b="1" sz="1800" i="0" u="none">
                <a:solidFill>
                  <a:srgbClr val="6D28D9"/>
                </a:solidFill>
                <a:latin typeface="Plus Jakarta Sans"/>
              </a:rPr>
            </a:br>
            <a:r>
              <a:rPr b="1" sz="1800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